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>
        <p:scale>
          <a:sx n="300" d="100"/>
          <a:sy n="300" d="100"/>
        </p:scale>
        <p:origin x="-3660" y="-18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46FD5E-B451-BE83-0668-D677FF49284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291D206-CE8A-90B9-E715-90E6042AC0F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F09567-9CF2-6D35-BA3D-258902CAB1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77297A-2BEF-4C3C-A4A5-2073FD960627}" type="datetimeFigureOut">
              <a:rPr lang="en-US" smtClean="0"/>
              <a:t>6/30/2023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8FD1A0-97E1-69BA-D98E-E91F92561C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9B2EEB-FA93-6C51-804C-A5C981CE66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0FBF5E-E48D-41CF-B5C6-01DDA0F5AE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56040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C7581F-81E3-27F2-D925-67DE0CA1C9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29F5EE-9FA8-FCFF-9DF0-60C080233F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3783E7-79E6-424C-A767-81EDC177A1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77297A-2BEF-4C3C-A4A5-2073FD960627}" type="datetimeFigureOut">
              <a:rPr lang="en-US" smtClean="0"/>
              <a:t>6/30/2023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D69CBD-43E0-2AD5-0924-24CD565ABB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0FAA8A-2EFD-525C-916F-D09C1C3BCE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0FBF5E-E48D-41CF-B5C6-01DDA0F5AE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32366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D42207-2962-1E9A-82B4-FEE64C63DE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27DCD70-3B11-3841-973E-122962A3C4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C14917-7C9D-085D-1158-EE76CBE347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77297A-2BEF-4C3C-A4A5-2073FD960627}" type="datetimeFigureOut">
              <a:rPr lang="en-US" smtClean="0"/>
              <a:t>6/30/2023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58189A-44F1-B2CC-7719-779AE59445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CBFD3B-7682-903A-49E5-D03DE51481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0FBF5E-E48D-41CF-B5C6-01DDA0F5AE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82901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1E44EC-171B-E644-7864-B7F640D8DF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3C031C-FF58-8D52-0854-0911034A7E3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4C2ECC9-6050-AA33-B2D0-F92753CC518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EDFBDED-94AC-1A12-C726-87803949B3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77297A-2BEF-4C3C-A4A5-2073FD960627}" type="datetimeFigureOut">
              <a:rPr lang="en-US" smtClean="0"/>
              <a:t>6/30/2023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7A5B9A1-A89D-24E5-5C19-9F5987ADF6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E2A847D-AB40-5AAF-D16B-8FA4DCDF03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0FBF5E-E48D-41CF-B5C6-01DDA0F5AE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58510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7459D6-6D79-E36F-62DB-8347553287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96735D-A150-CD96-0469-F20A8D2D51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07DA4D7-8B6A-4786-6F93-2E4420DF5F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3B8C4E0-DF5B-AD79-4285-F6E2E7FC888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EA1CCB9-B9C3-3214-00D1-7066A418A4C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095EB0B-BCC1-A716-0917-29ECACB8F4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77297A-2BEF-4C3C-A4A5-2073FD960627}" type="datetimeFigureOut">
              <a:rPr lang="en-US" smtClean="0"/>
              <a:t>6/30/2023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CEB280B-2152-7439-A092-57FB0278BB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E1AEF94-446D-7297-A77B-49D0DD0459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0FBF5E-E48D-41CF-B5C6-01DDA0F5AE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30063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9E089E-7991-7D71-AF18-15C23445F6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4761849-9902-53A9-6365-A8DAAA75EC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77297A-2BEF-4C3C-A4A5-2073FD960627}" type="datetimeFigureOut">
              <a:rPr lang="en-US" smtClean="0"/>
              <a:t>6/30/2023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982241F-CCD9-AC2D-6948-BD3956E8F7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E7AB3F7-5E83-E2E1-D419-ACD3AC7B36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0FBF5E-E48D-41CF-B5C6-01DDA0F5AE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01532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5BFB865-154B-449F-066F-97607B6441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77297A-2BEF-4C3C-A4A5-2073FD960627}" type="datetimeFigureOut">
              <a:rPr lang="en-US" smtClean="0"/>
              <a:t>6/30/2023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B68EAFA-58F3-A479-72BD-7582CEEAC8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12165C4-8F0F-83FE-B6ED-46CA59B313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0FBF5E-E48D-41CF-B5C6-01DDA0F5AE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21874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A2D1E0-A4A9-E7B8-D977-1BA7512648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15EB57-AEB4-0355-E909-D7B8F6D7BB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58D8761-57D9-1E9B-7074-1887D36E3FA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B886D9C-4E86-D449-79AD-5A0E45D8E5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77297A-2BEF-4C3C-A4A5-2073FD960627}" type="datetimeFigureOut">
              <a:rPr lang="en-US" smtClean="0"/>
              <a:t>6/30/2023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06E851-CF58-1930-90E6-249B66A39C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30E248A-703F-879F-A981-609E2C7FD9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0FBF5E-E48D-41CF-B5C6-01DDA0F5AE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2259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0B4E4B-8010-9E4E-66B0-AB456AD4F7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3686E87-9C0A-5EEC-2079-4F063F74EA2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D93F262-C444-C79A-0F88-79F46E0ECF7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F9648C1-FF28-7412-93ED-AC8A9D0DB1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77297A-2BEF-4C3C-A4A5-2073FD960627}" type="datetimeFigureOut">
              <a:rPr lang="en-US" smtClean="0"/>
              <a:t>6/30/2023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1F9EAB2-6815-7783-642B-F36E960760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11AFDBE-F24E-57F1-BAAF-485B93B559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0FBF5E-E48D-41CF-B5C6-01DDA0F5AE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92488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3E349C-0CA1-8400-F685-FEA91F1732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C2D11CF-55A5-C1F3-9BEC-134C9118E1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17B52F-FDC5-C585-1473-4830F2FCE9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77297A-2BEF-4C3C-A4A5-2073FD960627}" type="datetimeFigureOut">
              <a:rPr lang="en-US" smtClean="0"/>
              <a:t>6/30/2023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19AB6E-E211-9457-0180-C2D0E9C6C1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26D7D6-9680-F710-32B4-6489A53F0E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0FBF5E-E48D-41CF-B5C6-01DDA0F5AE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81408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F92EB99-D802-AAA6-CE4C-1C81408D5A6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A5C7192-30A8-498B-30D3-1AC83C102C7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9EC641-5255-2307-693F-A005CAAF84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77297A-2BEF-4C3C-A4A5-2073FD960627}" type="datetimeFigureOut">
              <a:rPr lang="en-US" smtClean="0"/>
              <a:t>6/30/2023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DE5E50-BF76-541C-6621-2160372CB7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815D2A-E80F-19F2-176A-467534BC23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0FBF5E-E48D-41CF-B5C6-01DDA0F5AE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21559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C54E428-8484-FC1C-0F7F-8FD1F4F177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D87EFF4-354A-C39A-17FE-F14E17C6EC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96D925-1435-8450-8E94-CA998A5A4B6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377297A-2BEF-4C3C-A4A5-2073FD960627}" type="datetimeFigureOut">
              <a:rPr lang="en-US" smtClean="0"/>
              <a:t>6/30/2023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29F842-91EB-A8FD-25D5-9220D628592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98B862-28BB-A6DE-C365-8B2DE4C2342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50FBF5E-E48D-41CF-B5C6-01DDA0F5AE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57023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microsoft.com/office/2007/relationships/media" Target="../media/media1.mp4"/><Relationship Id="rId1" Type="http://schemas.openxmlformats.org/officeDocument/2006/relationships/video" Target="NULL" TargetMode="External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B0B96A66-B768-D44A-0E2F-72254BEEB099}"/>
              </a:ext>
            </a:extLst>
          </p:cNvPr>
          <p:cNvSpPr/>
          <p:nvPr/>
        </p:nvSpPr>
        <p:spPr>
          <a:xfrm>
            <a:off x="2004969" y="1778466"/>
            <a:ext cx="2340733" cy="62917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latin typeface="News Cycle" panose="02000503000000000000" pitchFamily="2" charset="2"/>
              </a:rPr>
              <a:t>User Interface</a:t>
            </a:r>
          </a:p>
          <a:p>
            <a:pPr algn="ctr"/>
            <a:r>
              <a:rPr lang="en-US" sz="900" dirty="0">
                <a:latin typeface="News Cycle" panose="02000503000000000000" pitchFamily="2" charset="2"/>
              </a:rPr>
              <a:t>Inputs for the user (buttons, menus, sliders, etc.)</a:t>
            </a:r>
          </a:p>
          <a:p>
            <a:pPr algn="ctr"/>
            <a:r>
              <a:rPr lang="en-US" sz="900" dirty="0">
                <a:latin typeface="News Cycle" panose="02000503000000000000" pitchFamily="2" charset="2"/>
              </a:rPr>
              <a:t>Layout of page (inputs and outputs)</a:t>
            </a:r>
          </a:p>
        </p:txBody>
      </p:sp>
      <p:pic>
        <p:nvPicPr>
          <p:cNvPr id="6" name="Graphic 5" descr="Smiling face with no fill">
            <a:extLst>
              <a:ext uri="{FF2B5EF4-FFF2-40B4-BE49-F238E27FC236}">
                <a16:creationId xmlns:a16="http://schemas.microsoft.com/office/drawing/2014/main" id="{556A0518-6C3F-019A-C139-D3DB6C6B336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004969" y="1065175"/>
            <a:ext cx="706940" cy="706940"/>
          </a:xfrm>
          <a:prstGeom prst="rect">
            <a:avLst/>
          </a:prstGeom>
        </p:spPr>
      </p:pic>
      <p:pic>
        <p:nvPicPr>
          <p:cNvPr id="8" name="Graphic 7" descr="Brain">
            <a:extLst>
              <a:ext uri="{FF2B5EF4-FFF2-40B4-BE49-F238E27FC236}">
                <a16:creationId xmlns:a16="http://schemas.microsoft.com/office/drawing/2014/main" id="{AEAF63D9-E1DF-18D5-E07A-7400C383D38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062386" y="1065175"/>
            <a:ext cx="706940" cy="70694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C488DDF5-8003-CF59-E6A7-366D1CCCF16B}"/>
              </a:ext>
            </a:extLst>
          </p:cNvPr>
          <p:cNvSpPr/>
          <p:nvPr/>
        </p:nvSpPr>
        <p:spPr>
          <a:xfrm>
            <a:off x="4731391" y="1778466"/>
            <a:ext cx="2006367" cy="629174"/>
          </a:xfrm>
          <a:prstGeom prst="rect">
            <a:avLst/>
          </a:prstGeom>
          <a:ln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latin typeface="News Cycle" panose="02000503000000000000" pitchFamily="2" charset="2"/>
              </a:rPr>
              <a:t>Server</a:t>
            </a:r>
            <a:endParaRPr lang="en-US" sz="1400" b="1" dirty="0">
              <a:latin typeface="News Cycle" panose="02000503000000000000" pitchFamily="2" charset="2"/>
            </a:endParaRPr>
          </a:p>
          <a:p>
            <a:pPr algn="ctr"/>
            <a:r>
              <a:rPr lang="en-US" sz="900" dirty="0">
                <a:latin typeface="News Cycle" panose="02000503000000000000" pitchFamily="2" charset="2"/>
              </a:rPr>
              <a:t>Outputs (graphs, maps, code, etc.)</a:t>
            </a:r>
          </a:p>
          <a:p>
            <a:pPr algn="ctr"/>
            <a:r>
              <a:rPr lang="en-US" sz="900" dirty="0">
                <a:latin typeface="News Cycle" panose="02000503000000000000" pitchFamily="2" charset="2"/>
              </a:rPr>
              <a:t>Data and reactive functions</a:t>
            </a:r>
          </a:p>
        </p:txBody>
      </p:sp>
      <p:cxnSp>
        <p:nvCxnSpPr>
          <p:cNvPr id="11" name="Connector: Elbow 10">
            <a:extLst>
              <a:ext uri="{FF2B5EF4-FFF2-40B4-BE49-F238E27FC236}">
                <a16:creationId xmlns:a16="http://schemas.microsoft.com/office/drawing/2014/main" id="{2DCBFC75-D78C-E5D7-E572-942541B2AF08}"/>
              </a:ext>
            </a:extLst>
          </p:cNvPr>
          <p:cNvCxnSpPr>
            <a:cxnSpLocks/>
            <a:stCxn id="4" idx="2"/>
            <a:endCxn id="9" idx="2"/>
          </p:cNvCxnSpPr>
          <p:nvPr/>
        </p:nvCxnSpPr>
        <p:spPr>
          <a:xfrm rot="16200000" flipH="1">
            <a:off x="4454955" y="1128020"/>
            <a:ext cx="12700" cy="2559239"/>
          </a:xfrm>
          <a:prstGeom prst="bentConnector3">
            <a:avLst>
              <a:gd name="adj1" fmla="val 1800000"/>
            </a:avLst>
          </a:prstGeom>
          <a:ln>
            <a:prstDash val="sysDash"/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570E5080-6A2D-9BEA-E82E-FE593CACC0B0}"/>
              </a:ext>
            </a:extLst>
          </p:cNvPr>
          <p:cNvSpPr txBox="1"/>
          <p:nvPr/>
        </p:nvSpPr>
        <p:spPr>
          <a:xfrm>
            <a:off x="4039357" y="2672673"/>
            <a:ext cx="99494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News Cycle" panose="02000503000000000000" pitchFamily="2" charset="2"/>
              </a:rPr>
              <a:t>input$name</a:t>
            </a:r>
          </a:p>
        </p:txBody>
      </p:sp>
      <p:cxnSp>
        <p:nvCxnSpPr>
          <p:cNvPr id="21" name="Connector: Elbow 20">
            <a:extLst>
              <a:ext uri="{FF2B5EF4-FFF2-40B4-BE49-F238E27FC236}">
                <a16:creationId xmlns:a16="http://schemas.microsoft.com/office/drawing/2014/main" id="{BC0C5B35-90E1-A48C-F1E0-D5C57FFDDC19}"/>
              </a:ext>
            </a:extLst>
          </p:cNvPr>
          <p:cNvCxnSpPr>
            <a:cxnSpLocks/>
            <a:stCxn id="9" idx="0"/>
            <a:endCxn id="4" idx="0"/>
          </p:cNvCxnSpPr>
          <p:nvPr/>
        </p:nvCxnSpPr>
        <p:spPr>
          <a:xfrm rot="16200000" flipV="1">
            <a:off x="4454956" y="498846"/>
            <a:ext cx="12700" cy="2559239"/>
          </a:xfrm>
          <a:prstGeom prst="bentConnector3">
            <a:avLst>
              <a:gd name="adj1" fmla="val 1800000"/>
            </a:avLst>
          </a:prstGeom>
          <a:ln>
            <a:prstDash val="sysDash"/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1D8C24CC-8A34-4EB6-0CA5-E78ACFD6D455}"/>
              </a:ext>
            </a:extLst>
          </p:cNvPr>
          <p:cNvSpPr txBox="1"/>
          <p:nvPr/>
        </p:nvSpPr>
        <p:spPr>
          <a:xfrm>
            <a:off x="4039357" y="1289095"/>
            <a:ext cx="127533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News Cycle" panose="02000503000000000000" pitchFamily="2" charset="2"/>
              </a:rPr>
              <a:t>output$object</a:t>
            </a:r>
          </a:p>
        </p:txBody>
      </p:sp>
    </p:spTree>
    <p:extLst>
      <p:ext uri="{BB962C8B-B14F-4D97-AF65-F5344CB8AC3E}">
        <p14:creationId xmlns:p14="http://schemas.microsoft.com/office/powerpoint/2010/main" val="24862281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6315"/>
    </mc:Choice>
    <mc:Fallback xmlns="">
      <p:transition spd="slow" advTm="16315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Screen Recording 14">
            <a:hlinkClick r:id="" action="ppaction://media"/>
            <a:extLst>
              <a:ext uri="{FF2B5EF4-FFF2-40B4-BE49-F238E27FC236}">
                <a16:creationId xmlns:a16="http://schemas.microsoft.com/office/drawing/2014/main" id="{EC76E9CD-321D-87AF-2ECE-F47F1E61FCB1}"/>
              </a:ext>
            </a:extLst>
          </p:cNvPr>
          <p:cNvPicPr>
            <a:picLocks noChangeAspect="1"/>
          </p:cNvPicPr>
          <p:nvPr>
            <a:videoFile r:link="rId1"/>
            <p:extLst>
              <p:ext uri="{DAA4B4D4-6D71-4841-9C94-3DE7FCFB9230}">
                <p14:media xmlns:p14="http://schemas.microsoft.com/office/powerpoint/2010/main" r:embed="rId2">
                  <p14:trim st="5875" end="4571"/>
                </p14:media>
              </p:ext>
            </p:extLst>
          </p:nvPr>
        </p:nvPicPr>
        <p:blipFill rotWithShape="1">
          <a:blip r:embed="rId4"/>
          <a:srcRect t="15623"/>
          <a:stretch/>
        </p:blipFill>
        <p:spPr>
          <a:xfrm>
            <a:off x="3827971" y="1227057"/>
            <a:ext cx="3623843" cy="35791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17953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5869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1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  <p:video>
              <p:cMediaNode vol="0" mute="1">
                <p:cTn id="12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44</Words>
  <Application>Microsoft Office PowerPoint</Application>
  <PresentationFormat>Widescreen</PresentationFormat>
  <Paragraphs>8</Paragraphs>
  <Slides>2</Slides>
  <Notes>0</Notes>
  <HiddenSlides>0</HiddenSlides>
  <MMClips>1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Arial</vt:lpstr>
      <vt:lpstr>Calibri</vt:lpstr>
      <vt:lpstr>Calibri Light</vt:lpstr>
      <vt:lpstr>News Cycle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Nelson Amaya</dc:creator>
  <cp:lastModifiedBy>Nelson Amaya</cp:lastModifiedBy>
  <cp:revision>3</cp:revision>
  <dcterms:created xsi:type="dcterms:W3CDTF">2023-06-30T05:49:06Z</dcterms:created>
  <dcterms:modified xsi:type="dcterms:W3CDTF">2023-06-30T06:25:44Z</dcterms:modified>
</cp:coreProperties>
</file>